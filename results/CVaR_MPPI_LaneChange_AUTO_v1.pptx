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 dirty="0">
                <a:solidFill>
                  <a:srgbClr val="1A1A1A"/>
                </a:solidFill>
              </a:rPr>
              <a:t>Risk-Aware Lane-Change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6739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CC3333"/>
                </a:solidFill>
              </a:rPr>
              <a:t>via Online CVaR-Augmented MPPI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 dirty="0">
                <a:solidFill>
                  <a:srgbClr val="808080"/>
                </a:solidFill>
              </a:rPr>
              <a:t>Ayush Agrawal · ECE M237 (Dynamic Programming) · UCLA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When optimising the mean isn't enough.</a:t>
            </a:r>
          </a:p>
        </p:txBody>
      </p:sp>
      <p:pic>
        <p:nvPicPr>
          <p:cNvPr id="3" name="Picture 2" descr="cvar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82296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 dirty="0">
                <a:solidFill>
                  <a:srgbClr val="1A1A1A"/>
                </a:solidFill>
              </a:rPr>
              <a:t>•  Highway lane-changes:  hundreds of routine outcomes for every catastrophic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</a:rPr>
              <a:t>•  Standard MPC averages over all of them — the catastrophic 1-in-20 is invisible.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</a:rPr>
              <a:t>•  The right object for that tail is CVaR.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Two ideas in one slide.</a:t>
            </a:r>
          </a:p>
        </p:txBody>
      </p:sp>
      <p:pic>
        <p:nvPicPr>
          <p:cNvPr id="3" name="Picture 2" descr="mppi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2151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 dirty="0">
                <a:solidFill>
                  <a:srgbClr val="808080"/>
                </a:solidFill>
              </a:rPr>
              <a:t>MPPI  =  best-of-many-random-plans, weighted by cost.</a:t>
            </a:r>
          </a:p>
        </p:txBody>
      </p:sp>
      <p:pic>
        <p:nvPicPr>
          <p:cNvPr id="5" name="Picture 4" descr="cvar_histogram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474720"/>
            <a:ext cx="8503920" cy="3158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808080"/>
                </a:solidFill>
              </a:rPr>
              <a:t>Not just the mean, not just the worst case — the average over the bad 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Online CVaR inside MPPI's cost aggregator.</a:t>
            </a:r>
          </a:p>
        </p:txBody>
      </p:sp>
      <p:pic>
        <p:nvPicPr>
          <p:cNvPr id="3" name="Picture 2" descr="mppi_flowchart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2958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1">
                <a:solidFill>
                  <a:srgbClr val="1A1A1A"/>
                </a:solidFill>
              </a:rPr>
              <a:t>min E[J_task]   s.t.   CVaR_α( L_risk )  ≤  C_u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4389120"/>
          <a:ext cx="10332720" cy="2517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Offline CVaR-MDP</a:t>
                      </a:r>
                    </a:p>
                    <a:p>
                      <a:r>
                        <a:rPr sz="1400" b="1"/>
                        <a:t>(Chow 2015)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C3333"/>
                          </a:solidFill>
                        </a:rPr>
                        <a:t>Online CVaR-MPPI</a:t>
                      </a:r>
                    </a:p>
                    <a:p>
                      <a:r>
                        <a:rPr sz="1400" b="1">
                          <a:solidFill>
                            <a:srgbClr val="CC3333"/>
                          </a:solidFill>
                        </a:rPr>
                        <a:t>(this work)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CVaR computed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Pre-computed VI table</a:t>
                      </a:r>
                    </a:p>
                    <a:p>
                      <a:r>
                        <a:rPr sz="1400" b="0"/>
                        <a:t>(state × budget)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Monte-Carlo,</a:t>
                      </a:r>
                    </a:p>
                    <a:p>
                      <a:r>
                        <a:rPr sz="1400" b="0"/>
                        <a:t>every 50 ms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Continuous state?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Exponential blow-up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Sampling-based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Re-tunable in deploy?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Rebuild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Change C_u  &amp;  rerun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Real-time?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≈ 80 ms / cycle on CPU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Same seed.  Same noise.  Different aggregator.  Different outcome.</a:t>
            </a:r>
          </a:p>
        </p:txBody>
      </p:sp>
      <p:pic>
        <p:nvPicPr>
          <p:cNvPr id="3" name="Picture 2" descr="mppi_crash_firs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760720" cy="1440180"/>
          </a:xfrm>
          <a:prstGeom prst="rect">
            <a:avLst/>
          </a:prstGeom>
        </p:spPr>
      </p:pic>
      <p:pic>
        <p:nvPicPr>
          <p:cNvPr id="4" name="Picture 3" descr="mppi_crash_firs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5760720" cy="1440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3333"/>
                </a:solidFill>
              </a:rPr>
              <a:t>MPPI — crashed @ 6.5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4A"/>
                </a:solidFill>
              </a:rPr>
              <a:t>CVaR-MPPI — survived 20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C3333"/>
                </a:solidFill>
              </a:rPr>
              <a:t>75 ×  TTC margin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0" y="4937760"/>
          <a:ext cx="75895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CVaR-MPPI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🔴 crashed 6.5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🟢 survived 20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TTC_min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0.01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0.75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e_y,RMS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0.762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0.219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a_y,peak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15.2 m/s²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17.1 m/s²  (cost of safety)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Across 30 paired runs — three stories.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r>
                        <a:rPr sz="14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MPPI crash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CVaR crash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Notable per-seed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400" b="0"/>
                        <a:t>lane_change (mixed dir.)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C3333"/>
                          </a:solidFill>
                        </a:rPr>
                        <a:t>1/10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seed 2: CVaR collides where MPPI survived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400" b="0"/>
                        <a:t>cutin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E864A"/>
                          </a:solidFill>
                        </a:rPr>
                        <a:t>seed 2: min_dist 2.19 → 4.31 m  (+97 %)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sz="1400" b="0"/>
                        <a:t>hard_brake (paired)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False (bit-identical)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E864A"/>
                          </a:solidFill>
                        </a:rPr>
                        <a:t>CVaR silent ⇒ no-regret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E864A"/>
                </a:solidFill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</a:rPr>
              <a:t>Helps decisively when F̃ spans the hazard (single-seed lane_change).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</a:rPr>
              <a:t>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</a:rPr>
              <a:t>Silent when baseline is already safe — bit-identical trajectories on hard_brake  =  no-regret.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C3333"/>
                </a:solidFill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120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</a:rPr>
              <a:t>Can regress on noisy-tail seeds (sweep seed 2).  Parameter-sensitive.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What I learned.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 dirty="0">
                <a:solidFill>
                  <a:srgbClr val="1A1A1A"/>
                </a:solidFill>
              </a:rP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005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CVaR helps only when F̃ spans the hazard.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Scripted out-of-distribution braking ⇒ silent; natural traffic perturbations ⇒ 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 dirty="0">
                <a:solidFill>
                  <a:srgbClr val="1A1A1A"/>
                </a:solidFill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No-regret is provable and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J_C ≡ 0  ⇒  S̃ = S  bit-for-bit  (confirmed on hard_brake).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 dirty="0">
                <a:solidFill>
                  <a:srgbClr val="1A1A1A"/>
                </a:solidFill>
              </a:rP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Calibrating C_u is the hardest knob.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204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Built per-step  n_over_budget / cvar_max  logging so the penalty's activity is observable, not assumed.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23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Soft constraints can regress at the margin.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26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Future work: hard-constrained CVaR via Chow's confidence-set formulation.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86400"/>
            <a:ext cx="10972800" cy="8686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1A1A1A"/>
                </a:solidFill>
              </a:rPr>
              <a:t>Online CVaR-MPPI delivers selective tail shaping:  invisible when unneeded, decisive when needed, transparent when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487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Shijie Zhou</cp:lastModifiedBy>
  <cp:revision>2</cp:revision>
  <dcterms:created xsi:type="dcterms:W3CDTF">2013-01-27T09:14:16Z</dcterms:created>
  <dcterms:modified xsi:type="dcterms:W3CDTF">2026-06-03T04:53:30Z</dcterms:modified>
  <cp:category/>
</cp:coreProperties>
</file>